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1134745"/>
            <a:ext cx="591805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PROYECTO DE SISTEMAS EMBEBIDOS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483981"/>
            <a:ext cx="5308467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Desarrollo de un robot RoboSoccer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3623092"/>
            <a:ext cx="5308467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Universidad Tecnológica de Querétaro · Mecatrónica · Grupo LIME002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7380" y="5127982"/>
            <a:ext cx="5308467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Eduardo de la Vega Barrera · Leonardo Armando Martínez Godínez · Luis Antonio Granados Vázquez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EL RETO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reto es coordinar movimiento, potencia y estructura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2816027"/>
            <a:ext cx="3759106" cy="4656138"/>
          </a:xfrm>
          <a:prstGeom prst="rect">
            <a:avLst/>
          </a:prstGeom>
          <a:solidFill>
            <a:srgbClr val="2525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425627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323517"/>
            <a:ext cx="253993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Estructura mecánica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585" y="5328285"/>
            <a:ext cx="2539936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 robot móvil exige integrar estructura mecánica, motores, electrónica de potencia y control.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16295" y="2816027"/>
            <a:ext cx="3759106" cy="4656138"/>
          </a:xfrm>
          <a:prstGeom prst="rect">
            <a:avLst/>
          </a:prstGeom>
          <a:solidFill>
            <a:srgbClr val="2525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879" y="3425627"/>
            <a:ext cx="609585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5879" y="4323517"/>
            <a:ext cx="253993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Coordinación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825879" y="4932105"/>
            <a:ext cx="2539936" cy="185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Una mala coordinación puede producir movimientos imprecisos, respuestas lentas y dificultades de control.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432589" y="2816027"/>
            <a:ext cx="3759106" cy="4656138"/>
          </a:xfrm>
          <a:prstGeom prst="rect">
            <a:avLst/>
          </a:prstGeom>
          <a:solidFill>
            <a:srgbClr val="2878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2174" y="3425627"/>
            <a:ext cx="609585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42174" y="4323517"/>
            <a:ext cx="253993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FFFF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Propuesta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9042174" y="4932105"/>
            <a:ext cx="2539936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 sistema embebido coordina el movimiento mediante un microcontrolador STM32.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564"/>
            <a:ext cx="10972526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objetivo es convertir conocimientos en un prototipo funcional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980406"/>
            <a:ext cx="3620798" cy="57150"/>
          </a:xfrm>
          <a:prstGeom prst="roundRect">
            <a:avLst>
              <a:gd name="adj" fmla="val 49999"/>
            </a:avLst>
          </a:prstGeom>
          <a:solidFill>
            <a:srgbClr val="27E0E3"/>
          </a:solidFill>
          <a:ln/>
        </p:spPr>
      </p:sp>
      <p:sp>
        <p:nvSpPr>
          <p:cNvPr id="4" name="Shape 2"/>
          <p:cNvSpPr/>
          <p:nvPr/>
        </p:nvSpPr>
        <p:spPr>
          <a:xfrm>
            <a:off x="609585" y="2386806"/>
            <a:ext cx="5333867" cy="1998166"/>
          </a:xfrm>
          <a:prstGeom prst="roundRect">
            <a:avLst>
              <a:gd name="adj" fmla="val 6407"/>
            </a:avLst>
          </a:prstGeom>
          <a:solidFill>
            <a:srgbClr val="25255C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30646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Objetivo general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8179" y="3239234"/>
            <a:ext cx="487667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Diseñar y desarrollar un robot RoboSoccer con STM32, integrando sistemas electrónicos, mecánicos y de programación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2386806"/>
            <a:ext cx="5333867" cy="1998166"/>
          </a:xfrm>
          <a:prstGeom prst="roundRect">
            <a:avLst>
              <a:gd name="adj" fmla="val 6407"/>
            </a:avLst>
          </a:prstGeom>
          <a:solidFill>
            <a:srgbClr val="25255C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630646"/>
            <a:ext cx="487667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Aplicación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76838" y="3239234"/>
            <a:ext cx="4876678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Programación en C, generación PWM, lectura de entradas digitales, control de actuadores y pruebas de funcionamiento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ARQUITECTURA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La arquitectura separa el sistema en módulos verificables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3425527"/>
            <a:ext cx="5595401" cy="2412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3896" y="3692242"/>
            <a:ext cx="3077048" cy="19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Alimentación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393896" y="4251783"/>
            <a:ext cx="3077048" cy="19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STM32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393896" y="4805728"/>
            <a:ext cx="3077048" cy="19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PWM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93896" y="5359674"/>
            <a:ext cx="3077048" cy="19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Controlador de motores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84538" y="2815927"/>
            <a:ext cx="4107157" cy="3632101"/>
          </a:xfrm>
          <a:prstGeom prst="roundRect">
            <a:avLst>
              <a:gd name="adj" fmla="val 4196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538" y="2815927"/>
            <a:ext cx="4107157" cy="363210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6905129"/>
            <a:ext cx="2819329" cy="3641527"/>
          </a:xfrm>
          <a:prstGeom prst="rect">
            <a:avLst/>
          </a:prstGeom>
          <a:solidFill>
            <a:srgbClr val="25255C"/>
          </a:solidFill>
          <a:ln/>
        </p:spPr>
      </p:sp>
      <p:sp>
        <p:nvSpPr>
          <p:cNvPr id="12" name="Text 8"/>
          <p:cNvSpPr/>
          <p:nvPr/>
        </p:nvSpPr>
        <p:spPr>
          <a:xfrm>
            <a:off x="609585" y="7527429"/>
            <a:ext cx="160016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Alimentación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09585" y="8402776"/>
            <a:ext cx="1600160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Distribuye voltajes adecuados.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3124122" y="6905129"/>
            <a:ext cx="2819329" cy="3641527"/>
          </a:xfrm>
          <a:prstGeom prst="rect">
            <a:avLst/>
          </a:prstGeom>
          <a:solidFill>
            <a:srgbClr val="25255C"/>
          </a:solidFill>
          <a:ln/>
        </p:spPr>
      </p:sp>
      <p:sp>
        <p:nvSpPr>
          <p:cNvPr id="15" name="Text 11"/>
          <p:cNvSpPr/>
          <p:nvPr/>
        </p:nvSpPr>
        <p:spPr>
          <a:xfrm>
            <a:off x="3733707" y="7527429"/>
            <a:ext cx="16001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STM32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733707" y="8072576"/>
            <a:ext cx="160016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Procesamiento y control.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48244" y="6905129"/>
            <a:ext cx="2819329" cy="3641527"/>
          </a:xfrm>
          <a:prstGeom prst="rect">
            <a:avLst/>
          </a:prstGeom>
          <a:solidFill>
            <a:srgbClr val="25255C"/>
          </a:solidFill>
          <a:ln/>
        </p:spPr>
      </p:sp>
      <p:sp>
        <p:nvSpPr>
          <p:cNvPr id="18" name="Text 14"/>
          <p:cNvSpPr/>
          <p:nvPr/>
        </p:nvSpPr>
        <p:spPr>
          <a:xfrm>
            <a:off x="6857828" y="7527429"/>
            <a:ext cx="160016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Entradas digitales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857828" y="8402776"/>
            <a:ext cx="1600160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Inician, habilitan o detienen funciones.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9372366" y="6905129"/>
            <a:ext cx="2819329" cy="3641527"/>
          </a:xfrm>
          <a:prstGeom prst="rect">
            <a:avLst/>
          </a:prstGeom>
          <a:solidFill>
            <a:srgbClr val="25255C"/>
          </a:solidFill>
          <a:ln/>
        </p:spPr>
      </p:sp>
      <p:sp>
        <p:nvSpPr>
          <p:cNvPr id="21" name="Text 17"/>
          <p:cNvSpPr/>
          <p:nvPr/>
        </p:nvSpPr>
        <p:spPr>
          <a:xfrm>
            <a:off x="9981950" y="7527429"/>
            <a:ext cx="160016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Salida de potencia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981950" y="8402776"/>
            <a:ext cx="1600160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PWM, controlador y dos motores DC con reductora.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621272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control combina entradas digitales y señales PWM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459732"/>
            <a:ext cx="6212724" cy="3520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botones o interruptores envían una orden digital al STM32.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programa procesa la entrada y determina la acción de movimiento.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STM32 genera PWM hacia el controlador de motores.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etapa de potencia entrega la corriente necesaria a los motores.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6261953"/>
            <a:ext cx="621272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Funciones previstas: avance, retroceso, giros, regulación del movimiento, inicio y parada.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88983" y="0"/>
            <a:ext cx="4302712" cy="7324824"/>
          </a:xfrm>
          <a:prstGeom prst="roundRect">
            <a:avLst>
              <a:gd name="adj" fmla="val 3542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033" y="19050"/>
            <a:ext cx="4264613" cy="7286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858000"/>
          </a:xfrm>
          <a:prstGeom prst="roundRect">
            <a:avLst>
              <a:gd name="adj" fmla="val 3542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" y="19050"/>
            <a:ext cx="4264613" cy="6819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9386" y="626745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PRIMERA VERSIÓN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369386" y="946375"/>
            <a:ext cx="621272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Los componentes definen la primera versión del prototipo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369386" y="2459732"/>
            <a:ext cx="6212724" cy="3032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Tarjeta de desarrollo STM32 · motores DC con reductora · controlador doble de motores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Chasis y ruedas · batería y sistema de alimentación · botones, cables y conectores</a:t>
            </a:r>
            <a:endParaRPr lang="en-US" sz="2400" dirty="0"/>
          </a:p>
          <a:p>
            <a:pPr algn="l" marL="487680" indent="-487680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Protoboard y componentes auxiliares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369386" y="5774293"/>
            <a:ext cx="621272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conexión definitiva dependerá del modelo de STM32, el controlador y los componentes seleccionados.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COSTO PRELIMINAR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presupuesto preliminar se mantiene entre $1,090 y $2,280 MXN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5974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costos deben confirmarse con cotizaciones; pueden variar por modelo, envíos y materiales disponibles.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958332"/>
          <a:ext cx="10972526" cy="914400"/>
        </p:xfrm>
        <a:graphic>
          <a:graphicData uri="http://schemas.openxmlformats.org/drawingml/2006/table">
            <a:tbl>
              <a:tblPr/>
              <a:tblGrid>
                <a:gridCol w="4608397"/>
                <a:gridCol w="1974999"/>
                <a:gridCol w="4389129"/>
              </a:tblGrid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Componente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Cantidad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Costo estimado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Tarjeta de desarrollo STM32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$200–$500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41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Motores DC con reductora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2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$200–$400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Controlador doble de motores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$80–$180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Chasis y ruedas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 conjunto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$200–$400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Batería y alimentación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 conjunto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$250–$500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Botones, cables y conectores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 conjunto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$80–$150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Protoboard y auxiliares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 conjunto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$80–$150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2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Total estimado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$1,090–$2,280 MXN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F2C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347">
                        <a:alpha val="18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cronograma lleva de la selección de piezas a la validación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63551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20–25 oct.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611557"/>
            <a:ext cx="53338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Investigación y selección de componentes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48244" y="2063551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26 oct.–8 nov.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2611557"/>
            <a:ext cx="53338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Diseño mecánico, diagrama electrónico, compra y preparación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3740448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9–22 nov.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288453"/>
            <a:ext cx="53338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Programación del STM32, entradas, PWM y pruebas de motores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48244" y="3740448"/>
            <a:ext cx="533386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23–29 nov. · 30 nov.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8244" y="4288453"/>
            <a:ext cx="5333867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Integración inicial · meta de segunda etapa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9585" y="5417344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1–23 dic.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585" y="5965349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Ajustes, validación, pruebas, documentación y presentación final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09585" y="6647319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Las fechas son tentativas y deben ajustarse al calendario oficial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93822" cy="7598866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092008"/>
            <a:ext cx="408423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PUNTO DE PARTIDA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2431838"/>
            <a:ext cx="3474653" cy="3127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spc="-38" kern="10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La planeación ya dejó lista la base para construir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760497" y="624509"/>
            <a:ext cx="5821614" cy="12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La planeación ya dejó lista la base para construir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497" y="2290266"/>
            <a:ext cx="609585" cy="609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4874" y="2302966"/>
            <a:ext cx="490723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Objetivo, alcance y requisitos técnicos definidos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497" y="3255466"/>
            <a:ext cx="609585" cy="609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4874" y="3268166"/>
            <a:ext cx="490723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STM32 seleccionado como plataforma de control y arquitectura inicial diseñada</a:t>
            </a:r>
            <a:endParaRPr lang="en-US" sz="2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97" y="4550866"/>
            <a:ext cx="609585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74874" y="4563566"/>
            <a:ext cx="490723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Componentes preliminares, presupuesto y cronograma organizados</a:t>
            </a:r>
            <a:endParaRPr lang="en-US" sz="2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497" y="5846266"/>
            <a:ext cx="609585" cy="609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74874" y="5858966"/>
            <a:ext cx="490723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Documentación del proyecto organizada en un repositorio de GitHub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RESPONSABILIDADES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El equipo distribuye el trabajo por especialidad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2407047"/>
            <a:ext cx="3759106" cy="5340548"/>
          </a:xfrm>
          <a:prstGeom prst="roundRect">
            <a:avLst>
              <a:gd name="adj" fmla="val 405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34" y="3035697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34" y="3933587"/>
            <a:ext cx="2501837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Eduardo de la Vega Barrera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8634" y="4946928"/>
            <a:ext cx="31114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PROGRAMACIÓN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8634" y="5409446"/>
            <a:ext cx="25018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Programación del STM32 y lógica de control.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16295" y="2407047"/>
            <a:ext cx="3759106" cy="5340548"/>
          </a:xfrm>
          <a:prstGeom prst="roundRect">
            <a:avLst>
              <a:gd name="adj" fmla="val 405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929" y="3035697"/>
            <a:ext cx="609585" cy="609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4929" y="3933587"/>
            <a:ext cx="2501837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Leonardo Armando Martínez Godínez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844929" y="5739289"/>
            <a:ext cx="31114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ELECTRÓNICA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4929" y="6201807"/>
            <a:ext cx="25018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Diseño electrónico, alimentación y control de motores.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432589" y="2407047"/>
            <a:ext cx="3759106" cy="5340548"/>
          </a:xfrm>
          <a:prstGeom prst="roundRect">
            <a:avLst>
              <a:gd name="adj" fmla="val 405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223" y="3035697"/>
            <a:ext cx="609585" cy="609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61223" y="3933587"/>
            <a:ext cx="2501837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Luis Antonio Granados Vázquez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9061223" y="5343108"/>
            <a:ext cx="31114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INTEGRACIÓN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061223" y="5805626"/>
            <a:ext cx="2501837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Diseño mecánico, integración y documentación.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0" y="8204696"/>
            <a:ext cx="12191695" cy="204212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20" name="Text 15"/>
          <p:cNvSpPr/>
          <p:nvPr/>
        </p:nvSpPr>
        <p:spPr>
          <a:xfrm>
            <a:off x="609585" y="8825726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tres participarán en pruebas, integración y presentación de resultados.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2026-10-21T01:48:39Z</dcterms:created>
  <dcterms:modified xsi:type="dcterms:W3CDTF">2026-10-21T01:48:39Z</dcterms:modified>
</cp:coreProperties>
</file>